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Montserrat Bold"/>
      <p:regular r:id="rId201314"/>
    </p:embeddedFont>
    <p:embeddedFont>
      <p:font typeface="Source Sans 3"/>
      <p:regular r:id="rId201315"/>
    </p:embeddedFont>
    <p:embeddedFont>
      <p:font typeface="Source Sans 3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2776835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650" b="1" spc="-37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Problem Statement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415022" y="3772595"/>
            <a:ext cx="11361652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Students need personalised learning paths that adapt to their individual performance and learning needs.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041995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650" b="1" spc="-37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BACHELOR OF TECHNOLOGY IN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19814" y="1708646"/>
            <a:ext cx="10752067" cy="467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900" b="1" spc="-29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COMPUTER SCIENCE &amp; ENGINEERING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19814" y="2484537"/>
            <a:ext cx="10752067" cy="1928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600" b="1" i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Under the Guidance of</a:t>
            </a:r>
            <a:endParaRPr lang="en-US" sz="1600" dirty="0"/>
          </a:p>
          <a:p>
            <a:pPr algn="ctr"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6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Supervisor Name:</a:t>
            </a:r>
            <a:pPr algn="ctr"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Prof. (Dr.) Vijay Singh</a:t>
            </a:r>
            <a:endParaRPr lang="en-US" sz="1600" dirty="0"/>
          </a:p>
          <a:p>
            <a:pPr algn="ctr"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6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Project Team ID:</a:t>
            </a:r>
            <a:pPr algn="ctr"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MP2026CSE279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Submitted By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9814" y="4828977"/>
            <a:ext cx="5040682" cy="801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spcAft>
                <a:spcPts val="1450"/>
              </a:spcAft>
              <a:buNone/>
            </a:pPr>
            <a:r>
              <a:rPr lang="en-US" sz="16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Name of Student1:</a:t>
            </a:r>
            <a:pPr algn="ctr" indent="0" marL="0">
              <a:lnSpc>
                <a:spcPct val="125000"/>
              </a:lnSpc>
              <a:spcAft>
                <a:spcPts val="1450"/>
              </a:spcAft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Shashi Pandey(Team Lead)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Enrollment No.:</a:t>
            </a:r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GEU-232023609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68682" y="4828977"/>
            <a:ext cx="5209449" cy="801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spcAft>
                <a:spcPts val="1450"/>
              </a:spcAft>
              <a:buNone/>
            </a:pPr>
            <a:r>
              <a:rPr lang="en-US" sz="16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Name of Student2:</a:t>
            </a:r>
            <a:pPr algn="ctr" indent="0" marL="0">
              <a:lnSpc>
                <a:spcPct val="125000"/>
              </a:lnSpc>
              <a:spcAft>
                <a:spcPts val="1450"/>
              </a:spcAft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Rudransh Nautiyal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Enrollment No.:</a:t>
            </a:r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GEU-232023578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2352675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650" b="1" spc="-37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Introducing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19814" y="3348434"/>
            <a:ext cx="10752067" cy="1156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spcAft>
                <a:spcPts val="1800"/>
              </a:spcAft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Traditional learning often follows a fixed approach, making it difficult to address each student's individual learning pace, strengths, and weaknesses.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2236986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650" b="1" spc="-37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Target Audience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19814" y="3772595"/>
            <a:ext cx="10752067" cy="84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6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Secondary Education-NCERT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Primary Focus Class 10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46410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650" b="1" spc="-37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Proposed Solution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415022" y="1642170"/>
            <a:ext cx="11361652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Same syllabus, </a:t>
            </a:r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different learning paths</a:t>
            </a:r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based on individual student performance.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544" y="2182019"/>
            <a:ext cx="10278508" cy="402957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02576" y="2379637"/>
            <a:ext cx="1881585" cy="274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700" b="1" spc="-17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Select Topic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107249" y="2379637"/>
            <a:ext cx="1881585" cy="274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17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Micro-lesson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07249" y="5739023"/>
            <a:ext cx="1881585" cy="274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17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Adaptive Quiz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202576" y="5464170"/>
            <a:ext cx="1881585" cy="549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700" b="1" spc="-17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Personalized Next Steps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775593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650" b="1" spc="-37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Features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719814" y="3918744"/>
            <a:ext cx="10752067" cy="25400"/>
          </a:xfrm>
          <a:prstGeom prst="roundRect">
            <a:avLst>
              <a:gd name="adj" fmla="val 49999"/>
            </a:avLst>
          </a:prstGeom>
          <a:solidFill>
            <a:srgbClr val="494A4B"/>
          </a:solidFill>
          <a:ln/>
        </p:spPr>
      </p:sp>
      <p:sp>
        <p:nvSpPr>
          <p:cNvPr id="4" name="Shape 2"/>
          <p:cNvSpPr/>
          <p:nvPr/>
        </p:nvSpPr>
        <p:spPr>
          <a:xfrm>
            <a:off x="2413436" y="3301702"/>
            <a:ext cx="25399" cy="617041"/>
          </a:xfrm>
          <a:prstGeom prst="roundRect">
            <a:avLst>
              <a:gd name="adj" fmla="val 50001"/>
            </a:avLst>
          </a:prstGeom>
          <a:solidFill>
            <a:srgbClr val="494A4B"/>
          </a:solidFill>
          <a:ln/>
        </p:spPr>
      </p:sp>
      <p:sp>
        <p:nvSpPr>
          <p:cNvPr id="5" name="Shape 3"/>
          <p:cNvSpPr/>
          <p:nvPr/>
        </p:nvSpPr>
        <p:spPr>
          <a:xfrm>
            <a:off x="2194763" y="3687366"/>
            <a:ext cx="462745" cy="462756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85943" y="3778498"/>
            <a:ext cx="280385" cy="2803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5489" y="1771352"/>
            <a:ext cx="3001292" cy="58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Animated Micro-Learning Videos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25489" y="2479080"/>
            <a:ext cx="3001292" cy="616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Short, topic-specific lessons for better engagement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248242" y="3918744"/>
            <a:ext cx="25399" cy="617041"/>
          </a:xfrm>
          <a:prstGeom prst="roundRect">
            <a:avLst>
              <a:gd name="adj" fmla="val 50001"/>
            </a:avLst>
          </a:prstGeom>
          <a:solidFill>
            <a:srgbClr val="494A4B"/>
          </a:solidFill>
          <a:ln/>
        </p:spPr>
      </p:sp>
      <p:sp>
        <p:nvSpPr>
          <p:cNvPr id="10" name="Shape 7"/>
          <p:cNvSpPr/>
          <p:nvPr/>
        </p:nvSpPr>
        <p:spPr>
          <a:xfrm>
            <a:off x="4029570" y="3687366"/>
            <a:ext cx="462745" cy="462756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20749" y="3778498"/>
            <a:ext cx="280385" cy="2803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60296" y="4741466"/>
            <a:ext cx="3001292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Tutor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2760296" y="5156994"/>
            <a:ext cx="3001292" cy="925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Provides explanations and learning guidance according to student needs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083148" y="3301702"/>
            <a:ext cx="25399" cy="617041"/>
          </a:xfrm>
          <a:prstGeom prst="roundRect">
            <a:avLst>
              <a:gd name="adj" fmla="val 50001"/>
            </a:avLst>
          </a:prstGeom>
          <a:solidFill>
            <a:srgbClr val="494A4B"/>
          </a:solidFill>
          <a:ln/>
        </p:spPr>
      </p:sp>
      <p:sp>
        <p:nvSpPr>
          <p:cNvPr id="15" name="Shape 11"/>
          <p:cNvSpPr/>
          <p:nvPr/>
        </p:nvSpPr>
        <p:spPr>
          <a:xfrm>
            <a:off x="5864475" y="3687366"/>
            <a:ext cx="462745" cy="462756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55655" y="3778498"/>
            <a:ext cx="280385" cy="2803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95201" y="1771352"/>
            <a:ext cx="3001292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Adaptive Difficulty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4595201" y="2186880"/>
            <a:ext cx="3001292" cy="616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Question complexity changes according to student performance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7917954" y="3918744"/>
            <a:ext cx="25399" cy="617041"/>
          </a:xfrm>
          <a:prstGeom prst="roundRect">
            <a:avLst>
              <a:gd name="adj" fmla="val 50001"/>
            </a:avLst>
          </a:prstGeom>
          <a:solidFill>
            <a:srgbClr val="494A4B"/>
          </a:solidFill>
          <a:ln/>
        </p:spPr>
      </p:sp>
      <p:sp>
        <p:nvSpPr>
          <p:cNvPr id="20" name="Shape 15"/>
          <p:cNvSpPr/>
          <p:nvPr/>
        </p:nvSpPr>
        <p:spPr>
          <a:xfrm>
            <a:off x="7699282" y="3687366"/>
            <a:ext cx="462745" cy="462756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90461" y="3778498"/>
            <a:ext cx="280385" cy="2803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30008" y="4741466"/>
            <a:ext cx="3001292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Performance Analysis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430008" y="5156994"/>
            <a:ext cx="3001292" cy="616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Identifies strengths, weaknesses, accuracy and topic mastery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9752860" y="3301702"/>
            <a:ext cx="25399" cy="617041"/>
          </a:xfrm>
          <a:prstGeom prst="roundRect">
            <a:avLst>
              <a:gd name="adj" fmla="val 50001"/>
            </a:avLst>
          </a:prstGeom>
          <a:solidFill>
            <a:srgbClr val="494A4B"/>
          </a:solidFill>
          <a:ln/>
        </p:spPr>
      </p:sp>
      <p:sp>
        <p:nvSpPr>
          <p:cNvPr id="25" name="Shape 19"/>
          <p:cNvSpPr/>
          <p:nvPr/>
        </p:nvSpPr>
        <p:spPr>
          <a:xfrm>
            <a:off x="9534187" y="3687366"/>
            <a:ext cx="462745" cy="462756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25367" y="3778498"/>
            <a:ext cx="280385" cy="28039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264914" y="1771352"/>
            <a:ext cx="3001292" cy="58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Personalized Recommendations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8264914" y="2479080"/>
            <a:ext cx="3001292" cy="616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Suggests revision, practice or the next topic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198463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650" b="1" spc="-37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System Architecture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19814" y="1865114"/>
            <a:ext cx="10752067" cy="350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spc="-22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9814" y="2524125"/>
            <a:ext cx="3446872" cy="1135360"/>
          </a:xfrm>
          <a:prstGeom prst="roundRect">
            <a:avLst>
              <a:gd name="adj" fmla="val 2717"/>
            </a:avLst>
          </a:prstGeom>
          <a:solidFill>
            <a:srgbClr val="303132"/>
          </a:solidFill>
          <a:ln/>
        </p:spPr>
      </p:sp>
      <p:sp>
        <p:nvSpPr>
          <p:cNvPr id="5" name="Text 3"/>
          <p:cNvSpPr/>
          <p:nvPr/>
        </p:nvSpPr>
        <p:spPr>
          <a:xfrm>
            <a:off x="925489" y="2729805"/>
            <a:ext cx="3035522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Frontend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25489" y="3145334"/>
            <a:ext cx="3035522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Swift, SwiftUI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72362" y="2524125"/>
            <a:ext cx="3446872" cy="1135360"/>
          </a:xfrm>
          <a:prstGeom prst="roundRect">
            <a:avLst>
              <a:gd name="adj" fmla="val 2717"/>
            </a:avLst>
          </a:prstGeom>
          <a:solidFill>
            <a:srgbClr val="303132"/>
          </a:solidFill>
          <a:ln/>
        </p:spPr>
      </p:sp>
      <p:sp>
        <p:nvSpPr>
          <p:cNvPr id="8" name="Text 6"/>
          <p:cNvSpPr/>
          <p:nvPr/>
        </p:nvSpPr>
        <p:spPr>
          <a:xfrm>
            <a:off x="4578037" y="2729805"/>
            <a:ext cx="3035522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Backend / Database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8037" y="3145334"/>
            <a:ext cx="3035522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Supabase + PostgreSQL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24909" y="2524125"/>
            <a:ext cx="3446872" cy="1135360"/>
          </a:xfrm>
          <a:prstGeom prst="roundRect">
            <a:avLst>
              <a:gd name="adj" fmla="val 2717"/>
            </a:avLst>
          </a:prstGeom>
          <a:solidFill>
            <a:srgbClr val="303132"/>
          </a:solidFill>
          <a:ln/>
        </p:spPr>
      </p:sp>
      <p:sp>
        <p:nvSpPr>
          <p:cNvPr id="11" name="Text 9"/>
          <p:cNvSpPr/>
          <p:nvPr/>
        </p:nvSpPr>
        <p:spPr>
          <a:xfrm>
            <a:off x="8230585" y="2729805"/>
            <a:ext cx="3035522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/ ML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30585" y="3145334"/>
            <a:ext cx="3035522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Python, Scikit-learn / XGBoost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9814" y="3865166"/>
            <a:ext cx="3446872" cy="1135360"/>
          </a:xfrm>
          <a:prstGeom prst="roundRect">
            <a:avLst>
              <a:gd name="adj" fmla="val 2717"/>
            </a:avLst>
          </a:prstGeom>
          <a:solidFill>
            <a:srgbClr val="303132"/>
          </a:solidFill>
          <a:ln/>
        </p:spPr>
      </p:sp>
      <p:sp>
        <p:nvSpPr>
          <p:cNvPr id="14" name="Text 12"/>
          <p:cNvSpPr/>
          <p:nvPr/>
        </p:nvSpPr>
        <p:spPr>
          <a:xfrm>
            <a:off x="925489" y="4070846"/>
            <a:ext cx="3035522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Tutor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25489" y="4486374"/>
            <a:ext cx="3035522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LLM API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72362" y="3865166"/>
            <a:ext cx="3446872" cy="1135360"/>
          </a:xfrm>
          <a:prstGeom prst="roundRect">
            <a:avLst>
              <a:gd name="adj" fmla="val 2717"/>
            </a:avLst>
          </a:prstGeom>
          <a:solidFill>
            <a:srgbClr val="30313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8037" y="4070846"/>
            <a:ext cx="3035522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Video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8037" y="4486374"/>
            <a:ext cx="3035522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Animated micro-learning content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24909" y="3865166"/>
            <a:ext cx="3446872" cy="1135360"/>
          </a:xfrm>
          <a:prstGeom prst="roundRect">
            <a:avLst>
              <a:gd name="adj" fmla="val 2717"/>
            </a:avLst>
          </a:prstGeom>
          <a:solidFill>
            <a:srgbClr val="303132"/>
          </a:solidFill>
          <a:ln/>
        </p:spPr>
      </p:sp>
      <p:sp>
        <p:nvSpPr>
          <p:cNvPr id="20" name="Text 18"/>
          <p:cNvSpPr/>
          <p:nvPr/>
        </p:nvSpPr>
        <p:spPr>
          <a:xfrm>
            <a:off x="8230585" y="4070846"/>
            <a:ext cx="3035522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Version Control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30585" y="4486374"/>
            <a:ext cx="3035522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Git &amp; GitHub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65646"/>
            <a:ext cx="10752067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-11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Flow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290" y="843657"/>
            <a:ext cx="9961115" cy="6076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90611" y="2059112"/>
            <a:ext cx="2199100" cy="274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b="1" spc="-17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Student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2980716" y="4725313"/>
            <a:ext cx="2199099" cy="274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b="1" spc="-17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iOS App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952177" y="2348916"/>
            <a:ext cx="2199099" cy="274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b="1" spc="-17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Supabase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88859" y="5429412"/>
            <a:ext cx="2199099" cy="274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b="1" spc="-17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Python API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503832" y="2981782"/>
            <a:ext cx="2199099" cy="274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b="1" spc="-17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AI/ML Engine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2026-09-14T05:19:23Z</dcterms:created>
  <dcterms:modified xsi:type="dcterms:W3CDTF">2026-09-14T05:19:23Z</dcterms:modified>
</cp:coreProperties>
</file>